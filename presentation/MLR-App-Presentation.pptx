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private run-of-show. The audience never sees it — they watch the live app on screen. Each slide tells you what to open and what to say. Go in order; don't skip 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down. Don't open the app until you've said the opening line. Promise them the 'how to get it' payoff at the end so nobody rushes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 — it's the 'why should I care.' Land the 'one place instead of ten' idea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sentence is what keeps the room from derailing. Say it clearly and maybe repeat it. Then start the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 them to the map before the journey. Just name the five tabs; don't tap into each yet — that's the rest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Scroll slowly so eyes can follow. Don't tap into tiles yet — name them; you cover the important ones in their own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emotional core — spend the most time here. Tap into Schedule and Dinners so they see real names and times. Family Fest is wine-colored, a different look — that's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point that RSVPs help the planners cook and plan for the right head-count. Demo changing your own RSVP so they see it's not scary.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a real sample post and read it aloud — makes it feel alive. This is the 'why you'll open it even when it's not Fest week'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Great for the 'I never have anyone's number' problem. Show the Text/Call/Pay bar — that's the wow moment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to recruit volunteers in the room. Name the leads so people know who to talk to. Chat is members-only.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as 'many hands make light work.' This one is beta — set that expectation so a hiccup isn't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on money: the app stores no payment credentials, it just opens Venmo/Zelle. That kills the security worry instantly.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control: they choose what buzzes their phone. People fear app spam — this removes that objection.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you promised at the start. Walk them through it live, slowly. Have the link/QR ready. Tell iPhone users to add to Home Screen FIRST, then sign in there, so they don't sign in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reassurance slide for the older / less techy crowd. Emphasize the human escape hatch — they can always just call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action, not features. Get them to do the three things in the room if you can. Then take questions — the appendix has your backup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facts for questions. You don't present this — it's your cheat sheet for whatever they throw at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4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nd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527" y="822960"/>
            <a:ext cx="2834640" cy="18954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886200"/>
            <a:ext cx="10360152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Muskellunge Lake Resort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6015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E9E2C9"/>
                </a:solidFill>
                <a:latin typeface="Calibri"/>
              </a:rPr>
              <a:t>Your Northwoods home on Muskellunge Lake  ·  In the family since 1959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69767" y="5715000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69767" y="5733288"/>
            <a:ext cx="58521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PRESENTER'S GUIDE  ·  your eyes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1 of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41C"/>
                </a:solidFill>
                <a:latin typeface="Calibri"/>
              </a:rPr>
              <a:t>Your first 60 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0879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1">
                <a:solidFill>
                  <a:srgbClr val="14241C"/>
                </a:solidFill>
                <a:latin typeface="Calibri"/>
              </a:rPr>
              <a:t>Start here before you touch the app. Set the room, then open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5503A"/>
                </a:solidFill>
                <a:latin typeface="Calibri"/>
              </a:rPr>
              <a:t>“We built something for the whole family — one app that's our home base for the lake all year, and especially for Family Fest. Most of you have never seen it. I'm going to walk through it for a few minutes — just watch — and I'll show you how to get it on your phone at the end.”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6B7068"/>
                </a:solidFill>
                <a:latin typeface="Calibri"/>
              </a:rPr>
              <a:t>Goal of this talk:  get everyone excited, show how easy it is, and have them add it + sign in before they leave today.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6510528"/>
            <a:ext cx="72009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What it is &amp; why it exists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 IT IS &amp;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2 of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41C"/>
                </a:solidFill>
                <a:latin typeface="Calibri"/>
              </a:rPr>
              <a:t>One home base for the whole family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0879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15503A"/>
                </a:solidFill>
                <a:latin typeface="Calibri"/>
              </a:rPr>
              <a:t>The problem:  </a:t>
            </a:r>
            <a:r>
              <a:rPr sz="1700" b="0" i="0">
                <a:solidFill>
                  <a:srgbClr val="14241C"/>
                </a:solidFill>
                <a:latin typeface="Calibri"/>
              </a:rPr>
              <a:t>plans live in texts, group chats, emails, and a dozen Google forms. Things get lost. New people don't know where to look.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15503A"/>
                </a:solidFill>
                <a:latin typeface="Calibri"/>
              </a:rPr>
              <a:t>The fix:  </a:t>
            </a:r>
            <a:r>
              <a:rPr sz="1700" b="0" i="0">
                <a:solidFill>
                  <a:srgbClr val="14241C"/>
                </a:solidFill>
                <a:latin typeface="Calibri"/>
              </a:rPr>
              <a:t>one place — schedule, who's coming, photos, who to pay, how to reach anyone, and everything Family Fest, all in your pocket.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15503A"/>
                </a:solidFill>
                <a:latin typeface="Calibri"/>
              </a:rPr>
              <a:t>Two jobs:  </a:t>
            </a:r>
            <a:r>
              <a:rPr sz="1700" b="0" i="0">
                <a:solidFill>
                  <a:srgbClr val="14241C"/>
                </a:solidFill>
                <a:latin typeface="Calibri"/>
              </a:rPr>
              <a:t>(1) the resort, year-round — fishing, cabins, local spots.  (2) Family Fest — the one week the whole clan shows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6B7068"/>
                </a:solidFill>
                <a:latin typeface="Calibri"/>
              </a:rPr>
              <a:t>It's a web app — no app store, works on any phone, tablet, or computer, and you can add it to your home screen like a real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6510528"/>
            <a:ext cx="144018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Set the ground rule for the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C2410C"/>
                </a:solidFill>
                <a:latin typeface="Calibri"/>
              </a:rPr>
              <a:t>STEP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GROUND RULE  (say this out loud)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3 of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41C"/>
                </a:solidFill>
                <a:latin typeface="Calibri"/>
              </a:rPr>
              <a:t>“Just watch — you don't need an account yet”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0879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0" i="1">
                <a:solidFill>
                  <a:srgbClr val="6B7068"/>
                </a:solidFill>
                <a:latin typeface="Calibri"/>
              </a:rPr>
              <a:t>Tell them up front so they don't interrupt with sign-up questions: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15503A"/>
                </a:solidFill>
                <a:latin typeface="Calibri"/>
              </a:rPr>
              <a:t>“You can open and browse the whole app without signing in. So just watch me go through it — don't worry about getting it yourself yet. At the very end I'll show you exactly how to add it and sign in, and we can do it together.”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C2410C"/>
                </a:solidFill>
                <a:latin typeface="Calibri"/>
              </a:rPr>
              <a:t>Why this matters:  </a:t>
            </a:r>
            <a:r>
              <a:rPr sz="1500" b="0" i="0">
                <a:solidFill>
                  <a:srgbClr val="14241C"/>
                </a:solidFill>
                <a:latin typeface="Calibri"/>
              </a:rPr>
              <a:t>it parks the #1 interrupting question (“how do I get it?”) until the end, so you can get through the tour cleanly.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6510528"/>
            <a:ext cx="2160270" cy="63500"/>
          </a:xfrm>
          <a:prstGeom prst="roundRect">
            <a:avLst>
              <a:gd name="adj" fmla="val 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The 5 tabs at the bottom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5 tabs at the bottom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4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Point to the bar across the bottom: Home · Feed · Family Fest · Activity · Profile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“Everything lives behind these five buttons at the bottom — that's the whole app.”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🏠 Home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what's happening now + shortcuts to everything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📣 Feed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family photos &amp; posts, and committee chat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🎉 Family Fest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the full week — schedule, RSVP, dues, shirts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🔔 Activity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your notifications — comments, mentions, alerts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👤 Profile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your name, settings, sign-in, text size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“People, Events, Pay, Local Places live on the Home screen — I'll show those too.”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288036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A quick tour of the Home screen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Home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5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Open the Home tab. Scroll slowly top to bottom.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“Home always shows what matters right now — you'll usually start here.”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The logo up top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tap it anytime to come back home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Family Fest spotlight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a live countdown to July 27 right now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What's happening cards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swipe-away call-outs like the t-shirt vote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Next event + RSVP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the closest gathering, one tap to say you're 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Tiles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Get involved, Ask for Help, People, cabins, local places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“We're ~4 weeks out, so it's in 'planning' mode — during Fest week it flips to a day-by-day view.”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360045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Family Fest — the big 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8B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8B2E2E"/>
                </a:solidFill>
                <a:latin typeface="Calibri"/>
              </a:rPr>
              <a:t>STEP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Family Fest — the centerpiece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6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Tap the Family Fest tab. Show the poster, then the schedule sub-nav.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“This is the heart of it — Family Fest is July 27 to 31, the whole clan at the lake.”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July 27–31, 2026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“Ye Olde Family Feste” theme this year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Signature nights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Mon bonfire, Wed musky tournament, Thu talent show, Fri fireworks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Dinners each night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chefs: Jessica, Natalie &amp; Karen, Lauren, Rob &amp; Joe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All-week fun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scavenger hunt, lake day, golf outing, games up top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Sub-nav up top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Schedule · Dinners · Crew · Photos · Pay · Shirts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“$100 per adult for the week; kids' price still being set.”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4320540" cy="63500"/>
          </a:xfrm>
          <a:prstGeom prst="roundRect">
            <a:avLst>
              <a:gd name="adj" fmla="val 6000"/>
            </a:avLst>
          </a:prstGeom>
          <a:solidFill>
            <a:srgbClr val="8B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RSVP — let people know you're coming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Events &amp; RSVP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7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Open an event card (Events list or the Home spotlight). Show Going / Maybe / Can't make.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“Tap any event and tell us if you're coming — it's like Facebook events.”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Three taps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Going, Maybe, or Can't make — that's 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See who's coming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the whole list of who RSVP'd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Family Fest is per-day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pick the exact days you'll be there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Other events too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e.g. Up North for the 4th, July 3–5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“Change your answer anytime — just tap a different button.”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504063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The Feed — photos &amp; updates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Feed — photos &amp;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8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Open the Feed tab. Scroll the sample posts; open one to show comments.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“This is our family wall — post a photo, everyone sees it, like and comment.”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Post anything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“First musky of the season,” sunset off the dock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Like &amp; comment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tag people with @name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Private to family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not public, not strangers — just 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Real examples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Grandpa's musky, Aunt Linda's countdown post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“Anything inappropriate gets held for review automatically — it's a family-safe space.”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576072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People — find &amp; reach anyone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People — find &amp; reach anyone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9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From Home, tap the People tile. Open one person's card.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“The whole family directory — text, call, or pay anyone in two taps.”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Searchable list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everyone with an account, by 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Quick buttons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Text · Call · Pay right on each 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Tap through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their full profile + how they prefer to be paid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Email a group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send a note to a whole set of people at once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“Full contact info only shows once you're signed in — guests see first names only.”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648081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Committees &amp; private chat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Committees &amp; chat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10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Show the Get-involved tile on Home, then a committee with its chat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“Family Fest is run by volunteers — five teams, and each has its own group chat.”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Meals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lead: Lauren Zerfas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Entertainment &amp; Games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lead: Keith Thibodeau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Art &amp; Decorating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lead: Jenny Snively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Merch &amp; Fundraising / Logistics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leads: Rick Gorge / Cathy Hofer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Private chat per team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real-time, only your committee sees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“Want to help? Join a committee right here and you're in the chat.”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720090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Ask for Help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Ask for 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11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From Home, open the Ask for Help card. Show the request 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“At the lake and need a hand? Post it, and people nearby get a ping.”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Post a need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moving tables, a ride, supplies, an extra set of hands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Helpers respond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one tap: “On my way”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What to bring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list items; helpers claim what they'll grab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Urgent option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🚨 alerts everyone, for real emergencies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“It's in beta right now — we're testing it during Fest week.”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792099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Paying dues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Paying dues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12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Family Fest tab → Pay. Show the Venmo / Zelle handles.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“Dues are $100 an adult — pay right from here with Venmo or Zelle.”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See who &amp; how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Cathy Hofer collects; Venmo preferred, Zelle works too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One tap opens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your Venmo/Zelle app with the handle ready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Nothing stored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the app never holds your card or bank info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$100 / adult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kids' pricing being finalized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“The app just hands you off to Venmo — your money stays in your own apps.”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864108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Notifications &amp; push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Notifications &amp; alerts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13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Open the Activity tab (🔔). Then Profile → Notifications to show the switches.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“The bell tab is everything that happened involving you — and you control what pings your phone.”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Activity feed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comments, @mentions, reactions, approvals, alerts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Red badge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shows when something's new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Push to your phone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turn on alerts you care about, mute the rest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Admin announcements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important notices reach everyone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“You pick exactly what notifies you — you won't get spammed.”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936117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How to get it + sign 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C2410C"/>
                </a:solidFill>
                <a:latin typeface="Calibri"/>
              </a:rPr>
              <a:t>STEP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How to get it + sign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14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THIS is the do-it-together moment. Profile → add name &amp; email; then Add to Home Screen.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“Okay — now let's all get it. It takes about a minute and there's no password.”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Open the link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(share the URL / QR you have ready)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Add to Home Screen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makes it a tap-to-open icon like a real 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Enter name + email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we email you a 6-digit code — no password ever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Type the code back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that's it — you stay signed in on your phone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“Didn't get the code? Check spam, or tap Resend. There's a Help page too.”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10081260" cy="63500"/>
          </a:xfrm>
          <a:prstGeom prst="roundRect">
            <a:avLst>
              <a:gd name="adj" fmla="val 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Privacy, safety &amp; help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5503A"/>
                </a:solidFill>
                <a:latin typeface="Calibri"/>
              </a:rPr>
              <a:t>STEP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Privacy, safety &amp; 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15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11201400" cy="603504"/>
          </a:xfrm>
          <a:prstGeom prst="roundRect">
            <a:avLst>
              <a:gd name="adj" fmla="val 6000"/>
            </a:avLst>
          </a:prstGeom>
          <a:solidFill>
            <a:srgbClr val="ECF3E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98448"/>
            <a:ext cx="15544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503A"/>
                </a:solidFill>
                <a:latin typeface="Calibri"/>
              </a:rPr>
              <a:t>▶ 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98448"/>
            <a:ext cx="928116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41C"/>
                </a:solidFill>
                <a:latin typeface="Calibri"/>
              </a:rPr>
              <a:t>Profile → Text size; mention the Help page. Reassure on privacy.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29968"/>
            <a:ext cx="11201400" cy="749808"/>
          </a:xfrm>
          <a:prstGeom prst="roundRect">
            <a:avLst>
              <a:gd name="adj" fmla="val 6000"/>
            </a:avLst>
          </a:prstGeom>
          <a:solidFill>
            <a:srgbClr val="FBF7EC"/>
          </a:solidFill>
          <a:ln w="12700">
            <a:solidFill>
              <a:srgbClr val="E6D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73152" cy="7498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075688"/>
            <a:ext cx="12801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10C"/>
                </a:solidFill>
                <a:latin typeface="Calibri"/>
              </a:rPr>
              <a:t>🗣 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04288"/>
            <a:ext cx="1078992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241C"/>
                </a:solidFill>
                <a:latin typeface="Calibri"/>
              </a:rPr>
              <a:t>“It's just us — family only — and we made it easy for every age to use.”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068"/>
                </a:solidFill>
                <a:latin typeface="Calibri"/>
              </a:rPr>
              <a:t>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1101852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Family only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not public; sensitive info hidden until you sign 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Bigger text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Profile → Text size: Normal / Large / Largest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Help page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plain-language how-tos for anyone stuck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4241C"/>
                </a:solidFill>
                <a:latin typeface="Calibri"/>
              </a:rPr>
              <a:t>A real person</a:t>
            </a:r>
            <a:r>
              <a:rPr sz="1600" b="0" i="0">
                <a:solidFill>
                  <a:srgbClr val="14241C"/>
                </a:solidFill>
                <a:latin typeface="Calibri"/>
              </a:rPr>
              <a:t> — text or call me (Brian) anytime — it's on the Help page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6400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3EEF0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86400"/>
            <a:ext cx="1463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2E2E"/>
                </a:solidFill>
                <a:latin typeface="Calibri"/>
              </a:rPr>
              <a:t>❓ IF 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486400"/>
            <a:ext cx="9464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“No strangers, no ads, no selling anything. It's our family's app.”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6510528"/>
            <a:ext cx="10801350" cy="63500"/>
          </a:xfrm>
          <a:prstGeom prst="roundRect">
            <a:avLst>
              <a:gd name="adj" fmla="val 6000"/>
            </a:avLst>
          </a:prstGeom>
          <a:solidFill>
            <a:srgbClr val="15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What to do right now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01168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"/>
            <a:ext cx="1371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C2410C"/>
                </a:solidFill>
                <a:latin typeface="Calibri"/>
              </a:rPr>
              <a:t>STEP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"/>
            <a:ext cx="859536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BEFORE YOU 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46304"/>
            <a:ext cx="237744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F3EF"/>
                </a:solidFill>
                <a:latin typeface="Calibri"/>
              </a:rPr>
              <a:t>Step 16 of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41C"/>
                </a:solidFill>
                <a:latin typeface="Calibri"/>
              </a:rPr>
              <a:t>Three things to do right now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0879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C2410C"/>
                </a:solidFill>
                <a:latin typeface="Calibri"/>
              </a:rPr>
              <a:t>1.  </a:t>
            </a:r>
            <a:r>
              <a:rPr sz="2000" b="1" i="0">
                <a:solidFill>
                  <a:srgbClr val="14241C"/>
                </a:solidFill>
                <a:latin typeface="Calibri"/>
              </a:rPr>
              <a:t>Add it to your home screen</a:t>
            </a:r>
            <a:r>
              <a:rPr sz="2000" b="0" i="0">
                <a:solidFill>
                  <a:srgbClr val="14241C"/>
                </a:solidFill>
                <a:latin typeface="Calibri"/>
              </a:rPr>
              <a:t>  — so it's one tap away.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C2410C"/>
                </a:solidFill>
                <a:latin typeface="Calibri"/>
              </a:rPr>
              <a:t>2.  </a:t>
            </a:r>
            <a:r>
              <a:rPr sz="2000" b="1" i="0">
                <a:solidFill>
                  <a:srgbClr val="14241C"/>
                </a:solidFill>
                <a:latin typeface="Calibri"/>
              </a:rPr>
              <a:t>Sign in with your email</a:t>
            </a:r>
            <a:r>
              <a:rPr sz="2000" b="0" i="0">
                <a:solidFill>
                  <a:srgbClr val="14241C"/>
                </a:solidFill>
                <a:latin typeface="Calibri"/>
              </a:rPr>
              <a:t>  — name + the 6-digit code, no password.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C2410C"/>
                </a:solidFill>
                <a:latin typeface="Calibri"/>
              </a:rPr>
              <a:t>3.  </a:t>
            </a:r>
            <a:r>
              <a:rPr sz="2000" b="1" i="0">
                <a:solidFill>
                  <a:srgbClr val="14241C"/>
                </a:solidFill>
                <a:latin typeface="Calibri"/>
              </a:rPr>
              <a:t>RSVP to Family Fest</a:t>
            </a:r>
            <a:r>
              <a:rPr sz="2000" b="0" i="0">
                <a:solidFill>
                  <a:srgbClr val="14241C"/>
                </a:solidFill>
                <a:latin typeface="Calibri"/>
              </a:rPr>
              <a:t>  — tell us which days, July 27–31.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5503A"/>
                </a:solidFill>
                <a:latin typeface="Calibri"/>
              </a:rPr>
              <a:t>“Do those three today and you're all set. Post a photo this week so we know it's working — and I'm right here if anyone gets stuck.”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E5E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6510528"/>
            <a:ext cx="11521440" cy="63500"/>
          </a:xfrm>
          <a:prstGeom prst="roundRect">
            <a:avLst>
              <a:gd name="adj" fmla="val 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163056"/>
            <a:ext cx="114300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068"/>
                </a:solidFill>
                <a:latin typeface="Calibri"/>
              </a:rPr>
              <a:t>NEXT  ›  </a:t>
            </a:r>
            <a:r>
              <a:rPr sz="1100" b="0" i="1">
                <a:solidFill>
                  <a:srgbClr val="6B7068"/>
                </a:solidFill>
                <a:latin typeface="Calibri"/>
              </a:rPr>
              <a:t>Quick facts (for Q&amp;A)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C4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Quick facts  ·  for live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Family Fest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5029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July 27–31 (Mon–Fri) · “Ye Olde Family Feste” · $100/adult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96896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0662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99816"/>
            <a:ext cx="5029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Muskellunge Lake Resort, Tomahawk WI · Hwy 8, in the family since 1959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22192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Sign-in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25112"/>
            <a:ext cx="5029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Email a 6-digit code — no password. Browsing needs no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047488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157216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50408"/>
            <a:ext cx="5029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Venmo (preferred) or Zelle · Cathy Hofer collects · app stores nothing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371600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481328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Signature nights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74520"/>
            <a:ext cx="5029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Mon bonfire · Wed musky tourney · Thu talent show · Fri fireworks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2596896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70662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Resort WiFi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099816"/>
            <a:ext cx="5029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Network: MLR-Guest   ·   Password: musky2026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822192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93192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Front desk / check-in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325112"/>
            <a:ext cx="5029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Phone 715-555-0100 · check-in 4pm, out 11am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5047488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157216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5503A"/>
                </a:solidFill>
                <a:latin typeface="Calibri"/>
              </a:rPr>
              <a:t>Need help (you)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550408"/>
            <a:ext cx="5029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4241C"/>
                </a:solidFill>
                <a:latin typeface="Calibri"/>
              </a:rPr>
              <a:t>Brian Theis · 224-800-5389 · brian.theis15@gmail.com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